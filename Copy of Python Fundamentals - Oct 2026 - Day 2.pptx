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italic.fntdata"/><Relationship Id="rId16" Type="http://schemas.openxmlformats.org/officeDocument/2006/relationships/slide" Target="slides/slide11.xml"/><Relationship Id="rId38" Type="http://schemas.openxmlformats.org/officeDocument/2006/relationships/font" Target="fonts/Raleway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400042ead10018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400042ead10018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1400042ead10018b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1400042ead10018b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400042ead10018b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400042ead10018b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1400042ead10018b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1400042ead10018b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1400042ead10018b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1400042ead10018b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400042ead10018b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1400042ead10018b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1400042ead10018b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1400042ead10018b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400042ead10018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400042ead10018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400042ead10018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1400042ead10018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400042ead10018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1400042ead10018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1400042ead10018b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1400042ead10018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400042ead10018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1400042ead10018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400042ead10018b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1400042ead10018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400042ead10018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400042ead10018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400042ead10018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1400042ead10018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1400042ead10018b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1400042ead10018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400042ead10018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400042ead10018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1400042ead10018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1400042ead10018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1400042ead10018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1400042ead10018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1400042ead10018b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1400042ead10018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1400042ead10018b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1400042ead10018b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400042ead10018b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1400042ead10018b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1400042ead10018b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1400042ead10018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400042ead10018b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1400042ead10018b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1400042ead10018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1400042ead10018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400042ead10018b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1400042ead10018b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1400042ead10018b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1400042ead10018b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400042ead10018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1400042ead10018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1400042ead10018b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1400042ead10018b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1400042ead10018b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h1400042ead10018b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1400042ead10018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h1400042ead10018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python.org/3/library/functions.html" TargetMode="External"/><Relationship Id="rId4" Type="http://schemas.openxmlformats.org/officeDocument/2006/relationships/hyperlink" Target="https://docs.python.org/3/library/index.html" TargetMode="External"/><Relationship Id="rId5" Type="http://schemas.openxmlformats.org/officeDocument/2006/relationships/hyperlink" Target="https://docs.python.org/3/tutorial/errors.html" TargetMode="External"/><Relationship Id="rId6" Type="http://schemas.openxmlformats.org/officeDocument/2006/relationships/hyperlink" Target="https://realpython.com/python3-object-oriented-programm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830"/>
              <a:t>Intermediate Python</a:t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30"/>
              <a:t>- Functions</a:t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30"/>
              <a:t>- </a:t>
            </a:r>
            <a:r>
              <a:rPr lang="en" sz="1830"/>
              <a:t>Libraries</a:t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30"/>
              <a:t>- Exception handling</a:t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30"/>
              <a:t>- Object-oriented programming Fundamentals</a:t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3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04850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6829425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54673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5339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48768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37433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64008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638175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3055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75" y="1152463"/>
            <a:ext cx="858202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08075"/>
            <a:ext cx="79914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Libraries/Modules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83058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3" y="1017713"/>
            <a:ext cx="856297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63"/>
            <a:ext cx="9001125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36650"/>
            <a:ext cx="80295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63"/>
            <a:ext cx="881062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75" y="1152463"/>
            <a:ext cx="850582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17600"/>
            <a:ext cx="86772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827722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68680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3" y="1152475"/>
            <a:ext cx="860107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017725"/>
            <a:ext cx="85153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17713"/>
            <a:ext cx="853440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837247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629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017725"/>
            <a:ext cx="85153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4010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8200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75" y="1152463"/>
            <a:ext cx="8505825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https://docs.python.org/3/library/functions.html</a:t>
            </a:r>
            <a:r>
              <a:rPr lang="en"/>
              <a:t> - Built-in functions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https://docs.python.org/3/library/index.html</a:t>
            </a:r>
            <a:r>
              <a:rPr lang="en"/>
              <a:t> - Libraries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https://docs.python.org/3/tutorial/errors.html</a:t>
            </a:r>
            <a:r>
              <a:rPr lang="en"/>
              <a:t> - Errors and Exceptions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https://realpython.com/python3-object-oriented-programming/</a:t>
            </a:r>
            <a:r>
              <a:rPr lang="en"/>
              <a:t> - 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